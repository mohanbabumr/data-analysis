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965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48A87A34-81AB-432B-8DAE-1953F412C126}" type="datetimeFigureOut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5859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0945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1305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4074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6025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450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7469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0166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741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6035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98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1876-283C-29E4-DC2A-CFD895F2F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9799" y="1571106"/>
            <a:ext cx="8637073" cy="758471"/>
          </a:xfrm>
        </p:spPr>
        <p:txBody>
          <a:bodyPr>
            <a:normAutofit/>
          </a:bodyPr>
          <a:lstStyle/>
          <a:p>
            <a:r>
              <a:rPr lang="en-US" sz="2000" dirty="0"/>
              <a:t>Advanced SQL – Reinforcement Project – IMDB Dataset</a:t>
            </a:r>
            <a:endParaRPr lang="en-IN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F2EBF-3B0F-F3F4-6EFF-190CCDCF6F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Mohan babu m r</a:t>
            </a:r>
          </a:p>
          <a:p>
            <a:r>
              <a:rPr lang="en-IN" dirty="0"/>
              <a:t>Da&amp; ds </a:t>
            </a:r>
          </a:p>
          <a:p>
            <a:r>
              <a:rPr lang="en-IN" dirty="0"/>
              <a:t>December batch</a:t>
            </a:r>
          </a:p>
        </p:txBody>
      </p:sp>
    </p:spTree>
    <p:extLst>
      <p:ext uri="{BB962C8B-B14F-4D97-AF65-F5344CB8AC3E}">
        <p14:creationId xmlns:p14="http://schemas.microsoft.com/office/powerpoint/2010/main" val="4254343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CB62-03B0-8EAB-9F56-C169254B9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404" y="-681643"/>
            <a:ext cx="8637073" cy="2053243"/>
          </a:xfrm>
        </p:spPr>
        <p:txBody>
          <a:bodyPr>
            <a:normAutofit/>
          </a:bodyPr>
          <a:lstStyle/>
          <a:p>
            <a:r>
              <a:rPr lang="en-US" sz="1800" dirty="0"/>
              <a:t>1. Count the total number of records in each table of the database.</a:t>
            </a:r>
            <a:endParaRPr lang="en-IN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D1910A-061B-1B90-F161-45B6CA0DF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404" y="1526148"/>
            <a:ext cx="9742797" cy="356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426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D945A-B1A7-4F32-8505-247DA9C76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2. Identify which columns in the movie table contain null values.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790E3B-BE83-FE97-33F8-50A8D00B1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3" y="1291089"/>
            <a:ext cx="10540999" cy="33063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1867BD-8B2C-008F-B7B7-DF575DC47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34" y="4597400"/>
            <a:ext cx="10540998" cy="117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86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10E6-E9DA-279F-E77D-74097C1E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3. Determine the total number of movies released each year, and analyze how the trend changes month-wise.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DC3336-6C67-DC6F-8BE9-BE6244C03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33" y="1540933"/>
            <a:ext cx="10693400" cy="364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22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C7E07-1830-EEFF-5A40-BB4C1317A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4699331"/>
          </a:xfrm>
        </p:spPr>
        <p:txBody>
          <a:bodyPr>
            <a:normAutofit/>
          </a:bodyPr>
          <a:lstStyle/>
          <a:p>
            <a:r>
              <a:rPr lang="en-US" sz="1800" dirty="0"/>
              <a:t>4. How many movies were produced in either the USA or India in the year 2019?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DEE372-468F-AA3F-2E78-C8C28707D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71" y="1354668"/>
            <a:ext cx="9673196" cy="372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583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1E81-707E-982E-3276-CE4887EB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3385920"/>
          </a:xfrm>
        </p:spPr>
        <p:txBody>
          <a:bodyPr>
            <a:normAutofit/>
          </a:bodyPr>
          <a:lstStyle/>
          <a:p>
            <a:r>
              <a:rPr lang="en-US" sz="1800" dirty="0"/>
              <a:t>5. List the unique genres in the dataset, and count how many movies belong exclusively to one genre.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56E067-7E5D-2AB3-826F-782161708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70" y="1798165"/>
            <a:ext cx="9352079" cy="326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5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A9C4-7566-BD98-FA59-CDDB49E8D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6. Which genre has the highest total number of movies produced?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0F28B-80E8-CBD5-4CEE-0F7BACEB9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70" y="1363286"/>
            <a:ext cx="9199100" cy="349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25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E216E-D668-420F-8E70-3883E877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7. Calculate the average movie duration for each genre.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9691D4-4332-4AD1-3AB5-B9211CEAF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303867"/>
            <a:ext cx="10236200" cy="401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7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2F7FC-00E8-7811-4811-9D6F57A3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36" y="920074"/>
            <a:ext cx="9603275" cy="2679337"/>
          </a:xfrm>
        </p:spPr>
        <p:txBody>
          <a:bodyPr>
            <a:normAutofit/>
          </a:bodyPr>
          <a:lstStyle/>
          <a:p>
            <a:r>
              <a:rPr lang="en-US" sz="1800" dirty="0"/>
              <a:t>8. Identify actors or actresses who have appeared in more than three movies with an average rating below 5.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13C5CF-893E-CE89-7427-6CDCEF3C7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04" y="1557868"/>
            <a:ext cx="10561060" cy="423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24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D031-3940-E013-356F-35D9F7BEF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9. Find the minimum and maximum values for each column in the ratings table, excluding the </a:t>
            </a:r>
            <a:r>
              <a:rPr lang="en-US" sz="1800" dirty="0" err="1"/>
              <a:t>movie_id</a:t>
            </a:r>
            <a:r>
              <a:rPr lang="en-US" sz="1800" dirty="0"/>
              <a:t> column.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24B046-59A8-87FA-8BDA-390560392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70" y="1780742"/>
            <a:ext cx="1028700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911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74CD-BA7C-5E7C-D13E-F934ABF3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10. Which are the top 10 movies based on their average rating?</a:t>
            </a: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0F9C61-EAEF-8524-EC54-7165B06E2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67" y="1473201"/>
            <a:ext cx="9785277" cy="352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525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FFA8-40C1-0937-CD1E-802C1C39D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205" y="1111266"/>
            <a:ext cx="9603275" cy="1049235"/>
          </a:xfrm>
        </p:spPr>
        <p:txBody>
          <a:bodyPr>
            <a:noAutofit/>
          </a:bodyPr>
          <a:lstStyle/>
          <a:p>
            <a:r>
              <a:rPr lang="en-US" sz="1800" dirty="0"/>
              <a:t>11. Summarize the ratings table by grouping movies based on their median ratings.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BC23B1-4D81-E582-0D08-2A4920891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05" y="1579417"/>
            <a:ext cx="10323128" cy="442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95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41BF5-1B4C-9574-7C47-39D872F30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000" dirty="0"/>
              <a:t>12. How many movies, released in March 2017 in the USA within a specific genre, had more than 1,000 votes? </a:t>
            </a:r>
            <a:br>
              <a:rPr lang="en-US" sz="3200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E424ED-765F-CB38-24FC-7D1141E9E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644477"/>
            <a:ext cx="10557933" cy="356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128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6194E-C424-9A52-B718-2C58D6708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119" y="737193"/>
            <a:ext cx="9603275" cy="1049235"/>
          </a:xfrm>
        </p:spPr>
        <p:txBody>
          <a:bodyPr>
            <a:normAutofit fontScale="90000"/>
          </a:bodyPr>
          <a:lstStyle/>
          <a:p>
            <a:br>
              <a:rPr lang="en-US" sz="3200" dirty="0"/>
            </a:br>
            <a:r>
              <a:rPr lang="en-US" sz="2000" dirty="0"/>
              <a:t>13. Find movies from each genre that begin with the word “The” and have an average rating greater than 8.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D78A5B-503A-36CE-01CF-E88E859DE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19" y="1786428"/>
            <a:ext cx="9732299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99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78324-AD1A-2A8D-5EFB-EEAED91BC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1044764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14. Of the movies released between April 1, 2018, and April 1, 2019, how many received a median rating of 8? </a:t>
            </a:r>
            <a:br>
              <a:rPr lang="en-US" sz="3200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78AB9F-5876-460E-7265-2D2774AC1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32" y="1790615"/>
            <a:ext cx="10130397" cy="388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97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AF176-A88B-0024-631F-115D1D0A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15. Do German movies receive more votes on average than Italian movies?</a:t>
            </a: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76D142-AB82-57F2-0E50-97BB12A82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67" y="1422399"/>
            <a:ext cx="10447866" cy="400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814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96F90-622A-2ED6-95AA-F57CAE1BA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16. Identify the columns in the names table that contain null values.</a:t>
            </a: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C404D5-4188-1A94-E0D4-5BB42E6E3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28" y="1337733"/>
            <a:ext cx="10073705" cy="41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39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C67B6-C8FB-3C50-C6B7-12A3C616E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17. Who are the top two actors whose movies have a median rating of 8 or higher?</a:t>
            </a: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018F21-6916-D16F-3D34-C99B80053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70" y="1655619"/>
            <a:ext cx="97536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25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E6985-16BF-7298-FC2A-FA30D5FA1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18. Which are the top three production companies based on the total number of votes their movies received?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FE61A-A5E4-0728-4992-7CE375995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06" y="1693285"/>
            <a:ext cx="986790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702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40FF1-7CB2-707D-BBCF-82E45F1EF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19. How many directors have worked on more than three movies?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AC8B0-81B4-67BD-3431-385325F6C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70" y="1820834"/>
            <a:ext cx="95631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863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663F-7663-7192-759E-81AB5DA5D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20. Calculate the average height of actors and actresses separately.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F3D9A-ECDD-7918-7678-5A918C908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39" y="1421476"/>
            <a:ext cx="10066883" cy="353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360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144E2-D327-6AA3-6879-D792F4A21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21. List the 10 oldest movies in the dataset along with their title, country, and director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868CE9-E2AF-3F79-8482-BAE4CE0AB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09" y="1454727"/>
            <a:ext cx="10345016" cy="378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54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F2C13-5492-88DF-5044-E7E69369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22. List the top 5 movies with the highest total votes, along with their genres.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36B189-1B36-0386-9092-A792A5E0B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70" y="1652587"/>
            <a:ext cx="989015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84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D7B1B-CDEB-7133-9530-B7BC1B8EF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23. Identify the movie with the longest duration, along with its genre and production company.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7F9DA7-8242-4FC0-4C39-52BFDB2AA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596043"/>
            <a:ext cx="9867900" cy="332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483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E347-B553-3F3F-F13F-5039D2449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24. Determine the total number of votes for each movie released in 2018.</a:t>
            </a: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F582E7-A3C8-D63B-C7C8-9DAE8498E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1337"/>
            <a:ext cx="10223530" cy="39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355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285A4-D125-FA4C-3A14-D27F91881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25. What is the most common language in which movies were produced?</a:t>
            </a: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9BE8E5-F779-54B2-5820-C976D4D2F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70" y="1538748"/>
            <a:ext cx="9603275" cy="351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90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5C117-F547-F56E-8D67-9E146B088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2499491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2877990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312</TotalTime>
  <Words>482</Words>
  <Application>Microsoft Office PowerPoint</Application>
  <PresentationFormat>Widescreen</PresentationFormat>
  <Paragraphs>30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Century Gothic</vt:lpstr>
      <vt:lpstr>Gallery</vt:lpstr>
      <vt:lpstr>Advanced SQL – Reinforcement Project – IMDB Dataset</vt:lpstr>
      <vt:lpstr>1. Count the total number of records in each table of the database.</vt:lpstr>
      <vt:lpstr>2. Identify which columns in the movie table contain null values.</vt:lpstr>
      <vt:lpstr>3. Determine the total number of movies released each year, and analyze how the trend changes month-wise.</vt:lpstr>
      <vt:lpstr>4. How many movies were produced in either the USA or India in the year 2019?            </vt:lpstr>
      <vt:lpstr>5. List the unique genres in the dataset, and count how many movies belong exclusively to one genre.</vt:lpstr>
      <vt:lpstr>6. Which genre has the highest total number of movies produced?</vt:lpstr>
      <vt:lpstr>7. Calculate the average movie duration for each genre.          </vt:lpstr>
      <vt:lpstr>8. Identify actors or actresses who have appeared in more than three movies with an average rating below 5.</vt:lpstr>
      <vt:lpstr>9. Find the minimum and maximum values for each column in the ratings table, excluding the movie_id column.</vt:lpstr>
      <vt:lpstr>10. Which are the top 10 movies based on their average rating?</vt:lpstr>
      <vt:lpstr>11. Summarize the ratings table by grouping movies based on their median ratings.   </vt:lpstr>
      <vt:lpstr>12. How many movies, released in March 2017 in the USA within a specific genre, had more than 1,000 votes?  </vt:lpstr>
      <vt:lpstr> 13. Find movies from each genre that begin with the word “The” and have an average rating greater than 8.</vt:lpstr>
      <vt:lpstr>14. Of the movies released between April 1, 2018, and April 1, 2019, how many received a median rating of 8?  </vt:lpstr>
      <vt:lpstr>15. Do German movies receive more votes on average than Italian movies?</vt:lpstr>
      <vt:lpstr>16. Identify the columns in the names table that contain null values.</vt:lpstr>
      <vt:lpstr>17. Who are the top two actors whose movies have a median rating of 8 or higher?</vt:lpstr>
      <vt:lpstr>18. Which are the top three production companies based on the total number of votes their movies received?</vt:lpstr>
      <vt:lpstr>19. How many directors have worked on more than three movies?</vt:lpstr>
      <vt:lpstr>20. Calculate the average height of actors and actresses separately.</vt:lpstr>
      <vt:lpstr>21. List the 10 oldest movies in the dataset along with their title, country, and director</vt:lpstr>
      <vt:lpstr>22. List the top 5 movies with the highest total votes, along with their genres.</vt:lpstr>
      <vt:lpstr>23. Identify the movie with the longest duration, along with its genre and production company.</vt:lpstr>
      <vt:lpstr>24. Determine the total number of votes for each movie released in 2018.</vt:lpstr>
      <vt:lpstr>25. What is the most common language in which movies were produced?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SQL – Reinforcement Project – IMDB Dataset</dc:title>
  <dc:creator>DELL</dc:creator>
  <cp:lastModifiedBy>DELL</cp:lastModifiedBy>
  <cp:revision>1</cp:revision>
  <dcterms:created xsi:type="dcterms:W3CDTF">2025-03-31T10:48:21Z</dcterms:created>
  <dcterms:modified xsi:type="dcterms:W3CDTF">2025-03-31T16:00:31Z</dcterms:modified>
</cp:coreProperties>
</file>