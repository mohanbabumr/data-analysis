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7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2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55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88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05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6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8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22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49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26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3527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7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83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005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750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1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30D2D19-4787-46E4-B6A1-5CCF1CE3925C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EF222-B121-458B-AF6F-C2EE43032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5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C267-0895-4340-323C-98E8211EC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23406"/>
            <a:ext cx="9556588" cy="957214"/>
          </a:xfrm>
        </p:spPr>
        <p:txBody>
          <a:bodyPr/>
          <a:lstStyle/>
          <a:p>
            <a:pPr algn="ctr"/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Reinforcement Project on Sports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B3AED-2100-8392-2E53-862FA6810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5022" y="3506638"/>
            <a:ext cx="9713342" cy="1084217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Mohan babu m r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&amp; ds </a:t>
            </a:r>
          </a:p>
        </p:txBody>
      </p:sp>
    </p:spTree>
    <p:extLst>
      <p:ext uri="{BB962C8B-B14F-4D97-AF65-F5344CB8AC3E}">
        <p14:creationId xmlns:p14="http://schemas.microsoft.com/office/powerpoint/2010/main" val="272159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3222-60C4-2D38-EFE0-6F5377B0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113906"/>
            <a:ext cx="8825659" cy="598512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3BF07-D675-1BF0-6B9E-4A6D87629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496286"/>
            <a:ext cx="8825659" cy="289283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provides a suite of tools to transform raw sports data into interactive and insightful visualizations. These visualizations help in understanding player performances, team dynamics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dynamic dashboards that allow users to filter and drill down into specific data points.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60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727A-3B4B-BE3A-A662-F42CF3C7A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32906"/>
            <a:ext cx="8825659" cy="74676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47BFD-3B5F-52FC-D5B3-A05F45FC2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513" y="732906"/>
            <a:ext cx="8825659" cy="361742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Connect to live data sources to monitor ongoing matches or events, providing up-to-date insights.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Tableau's repository of sample data to practice creating visualizations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05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01D7-EBAB-FFAD-AE6E-34451D5B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736485" cy="633878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24B12-C64D-479A-213A-B61509BAF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327342"/>
            <a:ext cx="9736485" cy="63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5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EED4-D765-68BF-2799-C0A958E2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480753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466015-50CB-0637-0F12-64D51890F70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30312" y="2481987"/>
            <a:ext cx="102773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Tableau empowers sports organizations to transform complex datasets into actionable insights, enhancing performance analysis, fan engagement, and operational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interactive dashboards and real-time analytics, teams can make data-driven decisions that drive success both on and off the field.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71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6C1E-5AE5-73E5-B2D6-277FC9D4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709950"/>
            <a:ext cx="9404723" cy="1255222"/>
          </a:xfrm>
        </p:spPr>
        <p:txBody>
          <a:bodyPr/>
          <a:lstStyle/>
          <a:p>
            <a:pPr algn="ctr"/>
            <a:r>
              <a:rPr lang="en-IN" sz="48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1060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148</TotalTime>
  <Words>146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Century Gothic</vt:lpstr>
      <vt:lpstr>Times New Roman</vt:lpstr>
      <vt:lpstr>Wingdings 3</vt:lpstr>
      <vt:lpstr>Ion</vt:lpstr>
      <vt:lpstr>Tableau Reinforcement Project on Sports data</vt:lpstr>
      <vt:lpstr>Dataset Overview</vt:lpstr>
      <vt:lpstr>Key Insights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Reinforcement Project on Sports data</dc:title>
  <dc:creator>mohanbabumr51@gmail.com</dc:creator>
  <cp:lastModifiedBy>mohanbabumr51@gmail.com</cp:lastModifiedBy>
  <cp:revision>3</cp:revision>
  <dcterms:created xsi:type="dcterms:W3CDTF">2025-05-26T07:37:59Z</dcterms:created>
  <dcterms:modified xsi:type="dcterms:W3CDTF">2025-05-26T14:43:44Z</dcterms:modified>
</cp:coreProperties>
</file>